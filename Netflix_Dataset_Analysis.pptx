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09e184367541e3" /><Relationship Type="http://schemas.openxmlformats.org/officeDocument/2006/relationships/extended-properties" Target="/docProps/app.xml" Id="R237811dd455647f9" /><Relationship Type="http://schemas.openxmlformats.org/officeDocument/2006/relationships/officeDocument" Target="/ppt/presentation.xml" Id="R1cf921c562dd4b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d56c46162f461e"/>
  </p:sldMasterIdLst>
  <p:notesMasterIdLst>
    <p:notesMasterId xmlns:r="http://schemas.openxmlformats.org/officeDocument/2006/relationships" r:id="R7e9b9e902c544c8b"/>
  </p:notesMasterIdLst>
  <p:sldIdLst>
    <p:sldId xmlns:r="http://schemas.openxmlformats.org/officeDocument/2006/relationships" id="256" r:id="Rc4d944e02a2e4165"/>
    <p:sldId xmlns:r="http://schemas.openxmlformats.org/officeDocument/2006/relationships" id="257" r:id="R60483d9efe1b4ea1"/>
    <p:sldId xmlns:r="http://schemas.openxmlformats.org/officeDocument/2006/relationships" id="258" r:id="R3ba6003d91ba45a1"/>
    <p:sldId xmlns:r="http://schemas.openxmlformats.org/officeDocument/2006/relationships" id="259" r:id="R933a05f0ab37458f"/>
    <p:sldId xmlns:r="http://schemas.openxmlformats.org/officeDocument/2006/relationships" id="260" r:id="Re3abe837033e4cb9"/>
    <p:sldId xmlns:r="http://schemas.openxmlformats.org/officeDocument/2006/relationships" id="261" r:id="Rbe704cf4dc074928"/>
    <p:sldId xmlns:r="http://schemas.openxmlformats.org/officeDocument/2006/relationships" id="262" r:id="Ra07680bd594d4d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04ab89ae1b4ea4" /><Relationship Type="http://schemas.openxmlformats.org/officeDocument/2006/relationships/slideMaster" Target="/ppt/slideMasters/slideMaster1.xml" Id="R23d56c46162f461e" /><Relationship Type="http://schemas.openxmlformats.org/officeDocument/2006/relationships/notesMaster" Target="/ppt/notesMasters/notesMaster1.xml" Id="R7e9b9e902c544c8b" /><Relationship Type="http://schemas.openxmlformats.org/officeDocument/2006/relationships/presProps" Target="/ppt/presProps.xml" Id="R8613536c764e41d9" /><Relationship Type="http://schemas.openxmlformats.org/officeDocument/2006/relationships/tableStyles" Target="/ppt/tableStyles.xml" Id="Rfd0a68d90d994b2c" /><Relationship Type="http://schemas.openxmlformats.org/officeDocument/2006/relationships/slide" Target="/ppt/slides/slide1.xml" Id="Rc4d944e02a2e4165" /><Relationship Type="http://schemas.openxmlformats.org/officeDocument/2006/relationships/slide" Target="/ppt/slides/slide2.xml" Id="R60483d9efe1b4ea1" /><Relationship Type="http://schemas.openxmlformats.org/officeDocument/2006/relationships/slide" Target="/ppt/slides/slide3.xml" Id="R3ba6003d91ba45a1" /><Relationship Type="http://schemas.openxmlformats.org/officeDocument/2006/relationships/slide" Target="/ppt/slides/slide4.xml" Id="R933a05f0ab37458f" /><Relationship Type="http://schemas.openxmlformats.org/officeDocument/2006/relationships/slide" Target="/ppt/slides/slide5.xml" Id="Re3abe837033e4cb9" /><Relationship Type="http://schemas.openxmlformats.org/officeDocument/2006/relationships/slide" Target="/ppt/slides/slide6.xml" Id="Rbe704cf4dc074928" /><Relationship Type="http://schemas.openxmlformats.org/officeDocument/2006/relationships/slide" Target="/ppt/slides/slide7.xml" Id="Ra07680bd594d4d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1e8dc7cc814c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dac391f2f84de3" /><Relationship Type="http://schemas.openxmlformats.org/officeDocument/2006/relationships/notesMaster" Target="/ppt/notesMasters/notesMaster1.xml" Id="Rb4b28602faf741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fc7a791f5c45b2" /><Relationship Type="http://schemas.openxmlformats.org/officeDocument/2006/relationships/notesMaster" Target="/ppt/notesMasters/notesMaster1.xml" Id="Rc806d4743cc140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159cffe4bf4ee2" /><Relationship Type="http://schemas.openxmlformats.org/officeDocument/2006/relationships/notesMaster" Target="/ppt/notesMasters/notesMaster1.xml" Id="Reb9f1adc11b147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5895c3a94f468b" /><Relationship Type="http://schemas.openxmlformats.org/officeDocument/2006/relationships/notesMaster" Target="/ppt/notesMasters/notesMaster1.xml" Id="Rc906b2bea50742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c93bbc257146e7" /><Relationship Type="http://schemas.openxmlformats.org/officeDocument/2006/relationships/notesMaster" Target="/ppt/notesMasters/notesMaster1.xml" Id="Ra1e5fe3e96294c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d3eac0cfcd42e3" /><Relationship Type="http://schemas.openxmlformats.org/officeDocument/2006/relationships/notesMaster" Target="/ppt/notesMasters/notesMaster1.xml" Id="R34353c2d7eb44a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8765a3b8334f50" /><Relationship Type="http://schemas.openxmlformats.org/officeDocument/2006/relationships/notesMaster" Target="/ppt/notesMasters/notesMaster1.xml" Id="Rae6205b62f4f42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source: Kaggle, Netflix TV Shows and Movies by victorsoeiro. Analysis results were calculated from titles.csv.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source: https://www.kaggle.com/datasets/victorsoeiro/netflix-tv-shows-and-movies. File used: titles.csv.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Methods implemented in netflix_analysis.py using the Python standard library, with Matplotlib used for optional chart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calculated from titles.csv by netflix_analysis.py.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calculated from titles.csv by netflix_analysis.py. The chart is an editable native PowerPoint 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calculated from titles.csv by netflix_analysis.py. Genre counts overlap because a title may have multiple genres. The chart is an editable native PowerPoint 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source: Kaggle, Netflix TV Shows and Movies by victorsoeiro. All findings on this slide were calculated from titles.csv.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d54004e794a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e618096c064784" /><Relationship Type="http://schemas.openxmlformats.org/officeDocument/2006/relationships/slideLayout" Target="/ppt/slideLayouts/slideLayout1.xml" Id="Rb2a915795f7a4c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a915795f7a4c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1458a4d094b1c" /><Relationship Type="http://schemas.openxmlformats.org/officeDocument/2006/relationships/notesSlide" Target="/ppt/notesSlides/notesSlide1.xml" Id="Rf86bdab1382141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604c8dc7d4a61" /><Relationship Type="http://schemas.openxmlformats.org/officeDocument/2006/relationships/notesSlide" Target="/ppt/notesSlides/notesSlide2.xml" Id="R5a7996d061b24a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aeb02f94e452e" /><Relationship Type="http://schemas.openxmlformats.org/officeDocument/2006/relationships/notesSlide" Target="/ppt/notesSlides/notesSlide3.xml" Id="R8b563f8143b245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014e45799478e" /><Relationship Type="http://schemas.openxmlformats.org/officeDocument/2006/relationships/notesSlide" Target="/ppt/notesSlides/notesSlide4.xml" Id="R41d0c591bbf34e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4c9d4137e4e31" /><Relationship Type="http://schemas.openxmlformats.org/officeDocument/2006/relationships/chart" Target="/ppt/slides/charts/chart1.xml" Id="R62a0fa17807d48b1" /><Relationship Type="http://schemas.openxmlformats.org/officeDocument/2006/relationships/notesSlide" Target="/ppt/notesSlides/notesSlide5.xml" Id="R553fd4c86c3f4f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66b4ce2fa48e9" /><Relationship Type="http://schemas.openxmlformats.org/officeDocument/2006/relationships/chart" Target="/ppt/slides/charts/chart2.xml" Id="Rf32f04ee4ba341c9" /><Relationship Type="http://schemas.openxmlformats.org/officeDocument/2006/relationships/notesSlide" Target="/ppt/notesSlides/notesSlide6.xml" Id="R05368416353949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139e2750347a9" /><Relationship Type="http://schemas.openxmlformats.org/officeDocument/2006/relationships/notesSlide" Target="/ppt/notesSlides/notesSlide7.xml" Id="R2e2170910d2141d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Number of titles</c:v>
          </c:tx>
          <c:spPr>
            <a:solidFill xmlns:a="http://schemas.openxmlformats.org/drawingml/2006/main">
              <a:srgbClr val="B20710"/>
            </a:solidFill>
          </c:spPr>
          <c:cat>
            <c:strRef>
              <c:f>'Chart Data'!$A$2:$A$3</c:f>
              <c:strCache>
                <c:ptCount val="2"/>
                <c:pt idx="0">
                  <c:v>Movie</c:v>
                </c:pt>
                <c:pt idx="1">
                  <c:v>TV Show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3744</c:v>
                </c:pt>
                <c:pt idx="1">
                  <c:v>2106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Number of titles</c:v>
          </c:tx>
          <c:spPr>
            <a:solidFill xmlns:a="http://schemas.openxmlformats.org/drawingml/2006/main">
              <a:srgbClr val="B20710"/>
            </a:solidFill>
          </c:spPr>
          <c:cat>
            <c:strRef>
              <c:f>'Chart Data'!$A$2:$A$9</c:f>
              <c:strCache>
                <c:ptCount val="8"/>
                <c:pt idx="0">
                  <c:v>Drama</c:v>
                </c:pt>
                <c:pt idx="1">
                  <c:v>Comedy</c:v>
                </c:pt>
                <c:pt idx="2">
                  <c:v>Thriller</c:v>
                </c:pt>
                <c:pt idx="3">
                  <c:v>Action</c:v>
                </c:pt>
                <c:pt idx="4">
                  <c:v>Romance</c:v>
                </c:pt>
                <c:pt idx="5">
                  <c:v>Documentation</c:v>
                </c:pt>
                <c:pt idx="6">
                  <c:v>Crime</c:v>
                </c:pt>
                <c:pt idx="7">
                  <c:v>Animation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2968</c:v>
                </c:pt>
                <c:pt idx="1">
                  <c:v>2325</c:v>
                </c:pt>
                <c:pt idx="2">
                  <c:v>1228</c:v>
                </c:pt>
                <c:pt idx="3">
                  <c:v>1157</c:v>
                </c:pt>
                <c:pt idx="4">
                  <c:v>971</c:v>
                </c:pt>
                <c:pt idx="5">
                  <c:v>952</c:v>
                </c:pt>
                <c:pt idx="6">
                  <c:v>936</c:v>
                </c:pt>
                <c:pt idx="7">
                  <c:v>705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FC153-F4FC-49F8-8C27-AC45EC35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Netflix TV Shows and Movies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804B8-A8BB-4837-84FA-F3C2E150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207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B20710"/>
                </a:solidFill>
                <a:latin typeface="Helvetica Neue"/>
                <a:ea typeface="Helvetica Neue"/>
                <a:cs typeface="Helvetica Neue"/>
              </a:rPr>
              <a:t>Dataset Analysis with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9F70B-02F2-426A-B774-7FACC53D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Module 10 Final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FEF53-0DC3-4F68-AA64-A93EBC23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Analysis of 5,850 Netflix titles using descriptive statistics, grouping, and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1178334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5C7E0-9D20-43C4-BC67-90F5F4D4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Dataset and research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0C247-66C8-4604-996C-FF8B2666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Netflix TV Shows and Movies dataset from Kaggle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FBF84-98A3-4CD9-90F0-BF774128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9906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5,850 Netflix titles, including movies and TV shows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Main columns: type, release year, runtime, genres, IMDb score, and IMDb votes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Question 1: How do movies and TV shows differ in count, runtime, and IMDb score?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Question 2: Which genres appear most often and have the highest average IMDb score?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74E2B-1B21-4496-BE6C-DA3C2EB0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Limitations: IMDb scores are missing for 482 titles. A title can belong to more than one genre, so genre totals overlap.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8B588-DB3E-4B05-9AF7-758A5E55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Netflix Dataset Analysis   2</a:t>
            </a:r>
          </a:p>
        </p:txBody>
      </p:sp>
    </p:spTree>
    <p:extLst>
      <p:ext uri="{BB962C8B-B14F-4D97-AF65-F5344CB8AC3E}">
        <p14:creationId xmlns:p14="http://schemas.microsoft.com/office/powerpoint/2010/main" val="16033446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92547-4CC6-4155-9A07-D7F5846B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Data cleaning and analysis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2D5F2-8DF3-4AAE-91FC-12E67793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rPr>
              <a:t>Cleaning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C5484-F311-4B1D-9B8F-967F7405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44767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Read titles.csv with csv.DictReader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Converted runtime and IMDb score from strings to numeric values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Kept Movie and Show records with unique title IDs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Excluded missing or invalid values only from the relevant calculation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DDA37-46D6-412D-963C-B3A9FE83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rPr>
              <a:t>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55222-627C-4DE2-9E98-95070A46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4767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Custom mean, median, and standard deviation functions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Loops and dictionaries for content-type and genre groups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Sorted rankings for top-rated titles and top genres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Matplotlib chart code for counts and average ratings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6BA3E-51A0-4240-8D07-1D714228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Netflix Dataset Analysis   3</a:t>
            </a:r>
          </a:p>
        </p:txBody>
      </p:sp>
    </p:spTree>
    <p:extLst>
      <p:ext uri="{BB962C8B-B14F-4D97-AF65-F5344CB8AC3E}">
        <p14:creationId xmlns:p14="http://schemas.microsoft.com/office/powerpoint/2010/main" val="1756775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0F7BA-6D23-44EF-83F6-CD65E3BB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Descriptive statistics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54BD4-91F6-44BB-82A8-75108A86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Statistics use valid numeric values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E0FC3-F1FF-4101-9969-64C45100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rPr>
              <a:t>5,850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F5092-F569-4582-A9CA-9443B215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574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Titles analyzed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73CEC-5445-495A-ACF6-5B3E64F0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All unique Movie and Show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38357-721F-4FF3-A8FE-642135DD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47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rPr>
              <a:t>6.51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F4E95-6048-4AEF-AC0B-525A0A0C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574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Average IMDb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6936A-F324-48D6-8C02-8EE0E3CC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575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Median 6.6, range 1.5 to 9.6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661F7-5FDF-4425-935A-398BAF64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47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rPr>
              <a:t>77.07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BF9B1-0A64-46F9-96B8-9E14D70A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574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Average 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C4A78-9B80-48A5-8034-F889ABA6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575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Median 83, range 2 to 240 minutes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47506-D7F2-4D48-BE7C-F48EF9C3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Highest-rated titles include #ABtalks (9.6), Breaking Bad (9.5), and Khawatir (9.5).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C5FFB-F513-402E-9998-FB3A83E4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The score distribution has a standard deviation of 1.16, showing meaningful variation among titles.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7AB89-C2ED-4517-AE6A-045A8030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Netflix Dataset Analysis   4</a:t>
            </a:r>
          </a:p>
        </p:txBody>
      </p:sp>
    </p:spTree>
    <p:extLst>
      <p:ext uri="{BB962C8B-B14F-4D97-AF65-F5344CB8AC3E}">
        <p14:creationId xmlns:p14="http://schemas.microsoft.com/office/powerpoint/2010/main" val="1236403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B9CD2-4844-4C68-B012-58C97237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Movies make up most titles, while shows have higher average ratings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904875" y="1571625"/>
          <a:ext xmlns:a="http://schemas.openxmlformats.org/drawingml/2006/main" cx="5048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a0fa17807d48b1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9266F-5A07-4161-B328-6B23E96C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rPr>
              <a:t>Group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97B07-0752-47CB-8BFB-30196A2B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Movies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5F9A8-C233-498B-819C-612BE833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3,744 titles</a:t>
            </a:r>
          </a:p>
          <a:p xmlns:a="http://schemas.openxmlformats.org/drawingml/2006/main">
            <a:pPr>
              <a:defRPr sz="14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Average IMDb: 6.25</a:t>
            </a:r>
          </a:p>
          <a:p xmlns:a="http://schemas.openxmlformats.org/drawingml/2006/main">
            <a:pPr>
              <a:defRPr sz="14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Average runtime: 98.21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8C851-1776-45BC-8DD0-E2ADEB39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TV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28D96-277F-41F3-AE80-0358A609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2,106 titles</a:t>
            </a:r>
          </a:p>
          <a:p xmlns:a="http://schemas.openxmlformats.org/drawingml/2006/main">
            <a:pPr>
              <a:defRPr sz="14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Average IMDb: 6.98</a:t>
            </a:r>
          </a:p>
          <a:p xmlns:a="http://schemas.openxmlformats.org/drawingml/2006/main">
            <a:pPr>
              <a:defRPr sz="14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Average runtime: 39.24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ACDCC-396A-443C-871F-4695203C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Netflix Dataset Analysis   5</a:t>
            </a:r>
          </a:p>
        </p:txBody>
      </p:sp>
    </p:spTree>
    <p:extLst>
      <p:ext uri="{BB962C8B-B14F-4D97-AF65-F5344CB8AC3E}">
        <p14:creationId xmlns:p14="http://schemas.microsoft.com/office/powerpoint/2010/main" val="267433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7BA0D-A23B-4907-9C0F-B4A86D76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Drama and comedy are the most common genres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04850" y="1428750"/>
          <a:ext xmlns:a="http://schemas.openxmlformats.org/drawingml/2006/main" cx="6762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2f04ee4ba341c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9E2E4-60EE-4693-81B9-13A6FFBD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rPr>
              <a:t>Highest average IMDb scores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94311-625D-471E-87E5-9CA3E302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History      7.13</a:t>
            </a:r>
          </a:p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War          7.07</a:t>
            </a:r>
          </a:p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Documentation 7.01</a:t>
            </a:r>
          </a:p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Animation    6.70</a:t>
            </a:r>
          </a:p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Sport        6.65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4538F-C68F-4C09-8E97-C23846EB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297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Only genres with at least 30 rated titles were included in the rating ranking.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E9749-7C33-412B-93F3-53E42F47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Netflix Dataset Analysis   6</a:t>
            </a:r>
          </a:p>
        </p:txBody>
      </p:sp>
    </p:spTree>
    <p:extLst>
      <p:ext uri="{BB962C8B-B14F-4D97-AF65-F5344CB8AC3E}">
        <p14:creationId xmlns:p14="http://schemas.microsoft.com/office/powerpoint/2010/main" val="11703342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6743F-4617-46F6-9F82-525F0890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Conclusions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8D55F-5388-4BA4-A2BA-5B919746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9858375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Movies account for about 64% of the titles and have substantially longer runtimes.</a:t>
            </a:r>
          </a:p>
          <a:p xmlns:a="http://schemas.openxmlformats.org/drawingml/2006/main">
            <a:pPr>
              <a:defRPr sz="17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TV shows receive higher average IMDb scores than movies in this dataset.</a:t>
            </a:r>
          </a:p>
          <a:p xmlns:a="http://schemas.openxmlformats.org/drawingml/2006/main">
            <a:pPr>
              <a:defRPr sz="17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Drama and comedy dominate the catalog, while history, war, and documentation have the highest average ratings.</a:t>
            </a:r>
          </a:p>
          <a:p xmlns:a="http://schemas.openxmlformats.org/drawingml/2006/main">
            <a:pPr>
              <a:defRPr sz="17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• Python made it possible to clean thousands of records, calculate statistics, create rankings, and visualize comparisons reproducibly.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192F0-CD85-46FE-B128-96FB0945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20710"/>
                </a:solidFill>
                <a:latin typeface="Helvetica Neue"/>
                <a:ea typeface="Helvetica Neue"/>
                <a:cs typeface="Helvetica Neue"/>
              </a:rPr>
              <a:t>Files submitted: titles.csv, netflix_analysis.py, and this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388F4-3E01-4C41-A3F5-5F9CB260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Netflix Dataset Analysis   7</a:t>
            </a:r>
          </a:p>
        </p:txBody>
      </p:sp>
    </p:spTree>
    <p:extLst>
      <p:ext uri="{BB962C8B-B14F-4D97-AF65-F5344CB8AC3E}">
        <p14:creationId xmlns:p14="http://schemas.microsoft.com/office/powerpoint/2010/main" val="217730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2026-09-07T13:02:23.8120000Z</dcterms:created>
  <dcterms:modified xsi:type="dcterms:W3CDTF">2026-09-07T13:02:23.8120000Z</dcterms:modified>
</coreProperties>
</file>